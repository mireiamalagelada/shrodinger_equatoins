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slide" Target="slides/slide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2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c5875f44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c5875f44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5875f443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5875f443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c5875f443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c5875f443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c5875f443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c5875f443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c5875f443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c5875f443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c5875f443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c5875f443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1" Type="http://schemas.openxmlformats.org/officeDocument/2006/relationships/image" Target="../media/image39.png"/><Relationship Id="rId10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Relationship Id="rId8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24.png"/><Relationship Id="rId13" Type="http://schemas.openxmlformats.org/officeDocument/2006/relationships/image" Target="../media/image32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Relationship Id="rId9" Type="http://schemas.openxmlformats.org/officeDocument/2006/relationships/image" Target="../media/image21.png"/><Relationship Id="rId15" Type="http://schemas.openxmlformats.org/officeDocument/2006/relationships/image" Target="../media/image29.png"/><Relationship Id="rId14" Type="http://schemas.openxmlformats.org/officeDocument/2006/relationships/image" Target="../media/image34.png"/><Relationship Id="rId17" Type="http://schemas.openxmlformats.org/officeDocument/2006/relationships/image" Target="../media/image26.png"/><Relationship Id="rId16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Relationship Id="rId18" Type="http://schemas.openxmlformats.org/officeDocument/2006/relationships/image" Target="../media/image31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Pràctica Solució numèrica equació d’Schrödinger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50"/>
            <a:ext cx="56022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Simulació de Sistemes Nanaometrics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Mireia Malagelada Rodríguez </a:t>
            </a:r>
            <a:endParaRPr/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7508475" y="4466025"/>
            <a:ext cx="1473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99999"/>
                </a:solidFill>
              </a:rPr>
              <a:t>26/02/2026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173925" y="111800"/>
            <a:ext cx="8311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L’exemple: Particle in a Box with an Internal Barrier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0" l="13756" r="0" t="21844"/>
          <a:stretch/>
        </p:blipFill>
        <p:spPr>
          <a:xfrm>
            <a:off x="3002303" y="834847"/>
            <a:ext cx="3040007" cy="79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825" y="2138750"/>
            <a:ext cx="2802634" cy="21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4609" y="1925700"/>
            <a:ext cx="5017175" cy="23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50" y="2348115"/>
            <a:ext cx="327660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73925" y="111800"/>
            <a:ext cx="8311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Canvis en el programa</a:t>
            </a:r>
            <a:endParaRPr sz="22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9250" y="172075"/>
            <a:ext cx="496252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5">
            <a:alphaModFix/>
          </a:blip>
          <a:srcRect b="6864" l="0" r="0" t="0"/>
          <a:stretch/>
        </p:blipFill>
        <p:spPr>
          <a:xfrm>
            <a:off x="173925" y="646625"/>
            <a:ext cx="4206750" cy="12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349" y="4331792"/>
            <a:ext cx="5619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7">
            <a:alphaModFix/>
          </a:blip>
          <a:srcRect b="13637" l="0" r="0" t="0"/>
          <a:stretch/>
        </p:blipFill>
        <p:spPr>
          <a:xfrm>
            <a:off x="3246775" y="2472359"/>
            <a:ext cx="5715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211198" y="2571750"/>
            <a:ext cx="2484900" cy="16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583924" y="4578200"/>
            <a:ext cx="621300" cy="26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73924" y="811700"/>
            <a:ext cx="944100" cy="629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442798" y="737550"/>
            <a:ext cx="621300" cy="318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462963" y="3759875"/>
            <a:ext cx="5445000" cy="318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662" y="1141450"/>
            <a:ext cx="5143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173925" y="111800"/>
            <a:ext cx="8311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Resultats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804787" y="1372158"/>
            <a:ext cx="5628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n= 0</a:t>
            </a:r>
            <a:endParaRPr sz="13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n= 1</a:t>
            </a:r>
            <a:endParaRPr sz="13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n= 2</a:t>
            </a:r>
            <a:endParaRPr sz="13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n= 3</a:t>
            </a:r>
            <a:endParaRPr sz="13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4169" l="0" r="53734" t="0"/>
          <a:stretch/>
        </p:blipFill>
        <p:spPr>
          <a:xfrm>
            <a:off x="385132" y="580300"/>
            <a:ext cx="2267050" cy="223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5">
            <a:alphaModFix/>
          </a:blip>
          <a:srcRect b="30671" l="5211" r="6325" t="0"/>
          <a:stretch/>
        </p:blipFill>
        <p:spPr>
          <a:xfrm>
            <a:off x="5291042" y="111800"/>
            <a:ext cx="3640100" cy="7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6">
            <a:alphaModFix/>
          </a:blip>
          <a:srcRect b="0" l="0" r="53774" t="0"/>
          <a:stretch/>
        </p:blipFill>
        <p:spPr>
          <a:xfrm>
            <a:off x="124239" y="2869924"/>
            <a:ext cx="19505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6">
            <a:alphaModFix/>
          </a:blip>
          <a:srcRect b="0" l="53478" r="296" t="0"/>
          <a:stretch/>
        </p:blipFill>
        <p:spPr>
          <a:xfrm>
            <a:off x="2202932" y="2869924"/>
            <a:ext cx="19505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4273274" y="302650"/>
            <a:ext cx="770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7">
            <a:alphaModFix/>
          </a:blip>
          <a:srcRect b="34228" l="2701" r="5429" t="0"/>
          <a:stretch/>
        </p:blipFill>
        <p:spPr>
          <a:xfrm>
            <a:off x="5315890" y="1776414"/>
            <a:ext cx="3640100" cy="7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4298124" y="1979685"/>
            <a:ext cx="915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8">
            <a:alphaModFix/>
          </a:blip>
          <a:srcRect b="35869" l="-1920" r="7322" t="0"/>
          <a:stretch/>
        </p:blipFill>
        <p:spPr>
          <a:xfrm>
            <a:off x="5291042" y="928307"/>
            <a:ext cx="3640100" cy="7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4274908" y="1137772"/>
            <a:ext cx="915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9">
            <a:alphaModFix/>
          </a:blip>
          <a:srcRect b="34228" l="0" r="4934" t="0"/>
          <a:stretch/>
        </p:blipFill>
        <p:spPr>
          <a:xfrm>
            <a:off x="5319192" y="2609607"/>
            <a:ext cx="3640100" cy="7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4298124" y="2812880"/>
            <a:ext cx="997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0.0009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10">
            <a:alphaModFix/>
          </a:blip>
          <a:srcRect b="36552" l="0" r="7089" t="0"/>
          <a:stretch/>
        </p:blipFill>
        <p:spPr>
          <a:xfrm>
            <a:off x="5347117" y="3442803"/>
            <a:ext cx="3584025" cy="7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4298113" y="3653087"/>
            <a:ext cx="997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 rotWithShape="1">
          <a:blip r:embed="rId11">
            <a:alphaModFix/>
          </a:blip>
          <a:srcRect b="34228" l="0" r="6864" t="0"/>
          <a:stretch/>
        </p:blipFill>
        <p:spPr>
          <a:xfrm>
            <a:off x="5325342" y="4326275"/>
            <a:ext cx="3584025" cy="7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276578" y="4513650"/>
            <a:ext cx="997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0.0003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347825" y="1789800"/>
            <a:ext cx="4460700" cy="73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351138" y="3470341"/>
            <a:ext cx="4460700" cy="73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title="f-ona_h=0.0003_nu=1_n=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60" y="2677502"/>
            <a:ext cx="3048000" cy="2285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f-ona_h=0.0005_nu=1_n=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9210" y="2677500"/>
            <a:ext cx="3048000" cy="2286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f-ona_h=0.0009_nu=1_n=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4" y="2677497"/>
            <a:ext cx="3048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title="f-ona_h=0.005_nu=1_n=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9218" y="179975"/>
            <a:ext cx="3048000" cy="228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title="f-ona_h=0.001_nu=1_n=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3685" y="179987"/>
            <a:ext cx="3048000" cy="2285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title="f-ona_h=0.01_nu=1_n=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70" y="180000"/>
            <a:ext cx="3048000" cy="228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1215636" y="1496700"/>
            <a:ext cx="770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269724" y="907023"/>
            <a:ext cx="915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265270" y="1496710"/>
            <a:ext cx="915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101786" y="3432230"/>
            <a:ext cx="997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0.0009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4224313" y="3887412"/>
            <a:ext cx="997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228765" y="3432225"/>
            <a:ext cx="997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0.0003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282675" y="2782950"/>
            <a:ext cx="2808900" cy="21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265242" y="276632"/>
            <a:ext cx="2808900" cy="21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71125"/>
            <a:ext cx="4313700" cy="26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173925" y="111800"/>
            <a:ext cx="8311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Altres </a:t>
            </a:r>
            <a:r>
              <a:rPr lang="es" sz="22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Resultats</a:t>
            </a:r>
            <a:endParaRPr sz="1800">
              <a:solidFill>
                <a:schemeClr val="accent3"/>
              </a:solidFill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0250" y="682875"/>
            <a:ext cx="11620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5025" y="2099175"/>
            <a:ext cx="9525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1675" y="3668547"/>
            <a:ext cx="12192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150417" y="1921954"/>
            <a:ext cx="19050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n= 0</a:t>
            </a:r>
            <a:endParaRPr sz="20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m = 1</a:t>
            </a:r>
            <a:endParaRPr sz="20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Vo= 100</a:t>
            </a:r>
            <a:endParaRPr sz="20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Width= 0.10</a:t>
            </a:r>
            <a:endParaRPr sz="20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7">
            <a:alphaModFix/>
          </a:blip>
          <a:srcRect b="29587" l="0" r="0" t="0"/>
          <a:stretch/>
        </p:blipFill>
        <p:spPr>
          <a:xfrm>
            <a:off x="5393225" y="658027"/>
            <a:ext cx="3419475" cy="17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4440725" y="569565"/>
            <a:ext cx="952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431627" y="833792"/>
            <a:ext cx="1047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8">
            <a:alphaModFix/>
          </a:blip>
          <a:srcRect b="0" l="0" r="39398" t="0"/>
          <a:stretch/>
        </p:blipFill>
        <p:spPr>
          <a:xfrm>
            <a:off x="5430497" y="964774"/>
            <a:ext cx="19741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431614" y="1281041"/>
            <a:ext cx="952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4422516" y="1545268"/>
            <a:ext cx="1047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9">
            <a:alphaModFix/>
          </a:blip>
          <a:srcRect b="0" l="0" r="38860" t="0"/>
          <a:stretch/>
        </p:blipFill>
        <p:spPr>
          <a:xfrm>
            <a:off x="5455348" y="1608947"/>
            <a:ext cx="19741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 rotWithShape="1">
          <a:blip r:embed="rId10">
            <a:alphaModFix/>
          </a:blip>
          <a:srcRect b="0" l="0" r="38130" t="0"/>
          <a:stretch/>
        </p:blipFill>
        <p:spPr>
          <a:xfrm>
            <a:off x="5451421" y="1424972"/>
            <a:ext cx="19741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 rotWithShape="1">
          <a:blip r:embed="rId11">
            <a:alphaModFix/>
          </a:blip>
          <a:srcRect b="10" l="0" r="38860" t="-10"/>
          <a:stretch/>
        </p:blipFill>
        <p:spPr>
          <a:xfrm>
            <a:off x="5438777" y="2183688"/>
            <a:ext cx="19741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4431614" y="2079484"/>
            <a:ext cx="952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4422516" y="2343712"/>
            <a:ext cx="1047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431614" y="2766112"/>
            <a:ext cx="952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4422516" y="3030340"/>
            <a:ext cx="1047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4431614" y="3663947"/>
            <a:ext cx="952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4422516" y="3928175"/>
            <a:ext cx="1047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431614" y="4350575"/>
            <a:ext cx="9525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0.001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422516" y="4614803"/>
            <a:ext cx="1047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Merriweather"/>
                <a:ea typeface="Merriweather"/>
                <a:cs typeface="Merriweather"/>
                <a:sym typeface="Merriweather"/>
              </a:rPr>
              <a:t>h= 0.0005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48720" y="2455587"/>
            <a:ext cx="19050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60702" y="3121667"/>
            <a:ext cx="19335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461144" y="2879995"/>
            <a:ext cx="19050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435856" y="3772421"/>
            <a:ext cx="19335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423032" y="4035724"/>
            <a:ext cx="19145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60706" y="4434117"/>
            <a:ext cx="19145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60249" y="4755062"/>
            <a:ext cx="1933575" cy="1269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18"/>
          <p:cNvCxnSpPr/>
          <p:nvPr/>
        </p:nvCxnSpPr>
        <p:spPr>
          <a:xfrm>
            <a:off x="3342025" y="1316925"/>
            <a:ext cx="8697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8"/>
          <p:cNvCxnSpPr/>
          <p:nvPr/>
        </p:nvCxnSpPr>
        <p:spPr>
          <a:xfrm>
            <a:off x="3342025" y="2773836"/>
            <a:ext cx="8697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8"/>
          <p:cNvCxnSpPr/>
          <p:nvPr/>
        </p:nvCxnSpPr>
        <p:spPr>
          <a:xfrm>
            <a:off x="3342025" y="4340905"/>
            <a:ext cx="8697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Gràcies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